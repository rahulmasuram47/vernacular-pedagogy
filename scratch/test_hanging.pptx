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900" b="1" u="sng">
                <a:solidFill>
                  <a:srgbClr val="1F497D"/>
                </a:solidFill>
                <a:latin typeface="Arial"/>
              </a:rPr>
              <a:t>❖  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04800" indent="-203200">
              <a:spcBef>
                <a:spcPts val="800"/>
              </a:spcBef>
              <a:buNone/>
            </a:pPr>
            <a:r>
              <a:rPr sz="1500" b="1">
                <a:solidFill>
                  <a:srgbClr val="1A365D"/>
                </a:solidFill>
                <a:latin typeface="Arial"/>
              </a:rPr>
              <a:t>•  </a:t>
            </a:r>
            <a:r>
              <a:rPr sz="1500" b="1">
                <a:solidFill>
                  <a:srgbClr val="1A365D"/>
                </a:solidFill>
                <a:latin typeface="Arial"/>
              </a:rPr>
              <a:t>Detailed Explanation of the Proposed Solution</a:t>
            </a:r>
          </a:p>
          <a:p>
            <a:pPr marL="635000" indent="-203200">
              <a:spcBef>
                <a:spcPts val="300"/>
              </a:spcBef>
              <a:buNone/>
            </a:pPr>
            <a:r>
              <a:rPr sz="1300">
                <a:solidFill>
                  <a:srgbClr val="4A5568"/>
                </a:solidFill>
                <a:latin typeface="Arial"/>
              </a:rPr>
              <a:t>–  </a:t>
            </a:r>
            <a:r>
              <a:rPr sz="1300" b="1">
                <a:solidFill>
                  <a:srgbClr val="212529"/>
                </a:solidFill>
                <a:latin typeface="Arial"/>
              </a:rPr>
              <a:t>Platform Overview: </a:t>
            </a:r>
            <a:r>
              <a:rPr sz="1300" b="0">
                <a:solidFill>
                  <a:srgbClr val="2D3748"/>
                </a:solidFill>
                <a:latin typeface="Arial"/>
              </a:rPr>
              <a:t>AI-powered mobile/web platform translating primary school content into tribal &amp; regional mother tongues in real time with synchronized text and audio.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